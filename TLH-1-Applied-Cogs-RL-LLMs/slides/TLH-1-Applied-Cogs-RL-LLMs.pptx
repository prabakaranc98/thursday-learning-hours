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TLH-1: Applied Cognitive Science × RL ×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Scaffolding — Principled Enterprise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Why Cognitive Science?</a:t>
            </a:r>
          </a:p>
          <a:p>
            <a:r>
              <a:t>2. Cognitive Architectures (ACT-R, GWT)</a:t>
            </a:r>
          </a:p>
          <a:p>
            <a:r>
              <a:t>3. Memory Modules</a:t>
            </a:r>
          </a:p>
          <a:p>
            <a:r>
              <a:t>4. Reward Shaping &amp; Hierarchical RL</a:t>
            </a:r>
          </a:p>
          <a:p>
            <a:r>
              <a:t>5. World Models</a:t>
            </a:r>
          </a:p>
          <a:p>
            <a:r>
              <a:t>6. Enterprise AI Agents</a:t>
            </a:r>
          </a:p>
          <a:p>
            <a:r>
              <a:t>7. Demo &amp;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with Scaffolding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orchestration harnesses (LangChain, AutoGen) lack:</a:t>
            </a:r>
          </a:p>
          <a:p>
            <a:r>
              <a:t>• Long-term memory</a:t>
            </a:r>
          </a:p>
          <a:p>
            <a:r>
              <a:t>• Goal persistence</a:t>
            </a:r>
          </a:p>
          <a:p>
            <a:r>
              <a:t>• Principled planning</a:t>
            </a:r>
          </a:p>
          <a:p>
            <a:r>
              <a:t>• Adaptive tool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Cognitive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ACT-R: Declarative + Procedural memory</a:t>
            </a:r>
          </a:p>
          <a:p>
            <a:r>
              <a:t>GWT (Global Workspace Theory): Broadcast attention</a:t>
            </a:r>
          </a:p>
          <a:p>
            <a:r>
              <a:t>SOAR: Production rule systems</a:t>
            </a:r>
          </a:p>
          <a:p>
            <a:r>
              <a:t>→ Blueprints for building real AI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Modules in LLM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Episodic Memory: event sequences</a:t>
            </a:r>
          </a:p>
          <a:p>
            <a:r>
              <a:t>Semantic Memory: knowledge graphs</a:t>
            </a:r>
          </a:p>
          <a:p>
            <a:r>
              <a:t>Working Memory: context window</a:t>
            </a:r>
          </a:p>
          <a:p>
            <a:r>
              <a:t>Procedural Memory: policy/skills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for Tool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PPO/A3C over tool-selection environments</a:t>
            </a:r>
          </a:p>
          <a:p>
            <a:r>
              <a:t>Reward shaping from task completion signals</a:t>
            </a:r>
          </a:p>
          <a:p>
            <a:r>
              <a:t>Hierarchical RL: meta-controller + sub-policies</a:t>
            </a:r>
          </a:p>
          <a:p>
            <a:r>
              <a:t>Comparison: PPO vs ReAct vs Random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Dreamer / PlaNet style latent models</a:t>
            </a:r>
          </a:p>
          <a:p>
            <a:r>
              <a:t>Internal simulation for planning</a:t>
            </a:r>
          </a:p>
          <a:p>
            <a:r>
              <a:t>Reduces real-world rollouts</a:t>
            </a:r>
          </a:p>
          <a:p>
            <a:r>
              <a:t>Applicable to enterprise workflow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Agent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Perception → Working Memory → Planner</a:t>
            </a:r>
          </a:p>
          <a:p>
            <a:r>
              <a:t>Knowledge Graph ↔ Episodic Store</a:t>
            </a:r>
          </a:p>
          <a:p>
            <a:r>
              <a:t>RL Policy for tool selection</a:t>
            </a:r>
          </a:p>
          <a:p>
            <a:r>
              <a:t>Metacognitive gate for confidence gating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01: Cognitive RL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Episodic memory (ACT-R-style)</a:t>
            </a:r>
          </a:p>
          <a:p>
            <a:r>
              <a:t>Knowledge graph integration</a:t>
            </a:r>
          </a:p>
          <a:p>
            <a:r>
              <a:t>Metacognitive confidence gate</a:t>
            </a:r>
          </a:p>
          <a:p>
            <a:r>
              <a:t>Full agent loop in Python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02: RL Tool-Use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Gymnasium custom environment</a:t>
            </a:r>
          </a:p>
          <a:p>
            <a:r>
              <a:t>PPO vs Random vs Greedy/ReAct</a:t>
            </a:r>
          </a:p>
          <a:p>
            <a:r>
              <a:t>Benchmark results &amp;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Cognitive architectures provide principled memory &amp; control</a:t>
            </a:r>
          </a:p>
          <a:p>
            <a:r>
              <a:t>• RL enables adaptive tool selection</a:t>
            </a:r>
          </a:p>
          <a:p>
            <a:r>
              <a:t>• World models reduce sample complexity</a:t>
            </a:r>
          </a:p>
          <a:p>
            <a:r>
              <a:t>• Together: principled enterprise AI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reading/README.md — 30 annotated papers</a:t>
            </a:r>
          </a:p>
          <a:p>
            <a:r>
              <a:t>resources.md — frameworks, datasets, courses</a:t>
            </a:r>
          </a:p>
          <a:p>
            <a:r>
              <a:t>tex/main.tex — full technical report</a:t>
            </a:r>
          </a:p>
          <a:p>
            <a:r>
              <a:t>experiments/ — runnable demos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GitHub: prabakaranc98/Thursday-Learning-Hours</a:t>
            </a:r>
          </a:p>
          <a:p>
            <a:r>
              <a:t>Session: TLH-1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